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282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9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5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8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7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8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88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5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3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4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79ADB-C720-4423-9A85-6AF9B635B869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B3B62-1BA0-421D-B835-F86D7A68BF7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0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/>
          <p:cNvGrpSpPr/>
          <p:nvPr/>
        </p:nvGrpSpPr>
        <p:grpSpPr>
          <a:xfrm>
            <a:off x="2452255" y="1818409"/>
            <a:ext cx="1439140" cy="1439140"/>
            <a:chOff x="2452255" y="1818409"/>
            <a:chExt cx="1439140" cy="1439140"/>
          </a:xfrm>
        </p:grpSpPr>
        <p:sp>
          <p:nvSpPr>
            <p:cNvPr id="4" name="Ellipse 3"/>
            <p:cNvSpPr/>
            <p:nvPr/>
          </p:nvSpPr>
          <p:spPr>
            <a:xfrm>
              <a:off x="2452255" y="1818409"/>
              <a:ext cx="1439140" cy="1439140"/>
            </a:xfrm>
            <a:prstGeom prst="ellipse">
              <a:avLst/>
            </a:prstGeom>
            <a:noFill/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Ellipse 4"/>
            <p:cNvSpPr/>
            <p:nvPr/>
          </p:nvSpPr>
          <p:spPr>
            <a:xfrm>
              <a:off x="3088698" y="2454852"/>
              <a:ext cx="166255" cy="166255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feld 5"/>
            <p:cNvSpPr txBox="1"/>
            <p:nvPr/>
          </p:nvSpPr>
          <p:spPr>
            <a:xfrm>
              <a:off x="2543287" y="1992948"/>
              <a:ext cx="12570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800" b="1" dirty="0" err="1" smtClean="0">
                  <a:solidFill>
                    <a:schemeClr val="bg1"/>
                  </a:solidFill>
                  <a:latin typeface="72 Black" panose="020B0A04030603020204" pitchFamily="34" charset="0"/>
                  <a:cs typeface="72 Black" panose="020B0A04030603020204" pitchFamily="34" charset="0"/>
                </a:rPr>
                <a:t>hydro</a:t>
              </a:r>
              <a:endParaRPr lang="en-US" sz="2800" b="1" dirty="0">
                <a:solidFill>
                  <a:schemeClr val="bg1"/>
                </a:solidFill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817400" y="2501611"/>
              <a:ext cx="7088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800" b="1" dirty="0" smtClean="0">
                  <a:solidFill>
                    <a:schemeClr val="bg1"/>
                  </a:solidFill>
                  <a:latin typeface="72 Black" panose="020B0A04030603020204" pitchFamily="34" charset="0"/>
                  <a:cs typeface="72 Black" panose="020B0A04030603020204" pitchFamily="34" charset="0"/>
                </a:rPr>
                <a:t>cal</a:t>
              </a:r>
              <a:endParaRPr lang="en-US" sz="2800" b="1" dirty="0">
                <a:solidFill>
                  <a:schemeClr val="bg1"/>
                </a:solidFill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070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72 Black</vt:lpstr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Schippers</dc:creator>
  <cp:lastModifiedBy>Stefan Schippers</cp:lastModifiedBy>
  <cp:revision>3</cp:revision>
  <dcterms:created xsi:type="dcterms:W3CDTF">2025-07-18T12:06:37Z</dcterms:created>
  <dcterms:modified xsi:type="dcterms:W3CDTF">2025-07-18T13:07:22Z</dcterms:modified>
</cp:coreProperties>
</file>